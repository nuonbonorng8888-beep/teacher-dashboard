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១ ៖ ចំនួនកុំផ្លិច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២ ៖ ចំនួនកុំផ្លិចទម្រង់ត្រីកោណមាត្រ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ម៉ូឌុល • អាគុយម៉ង់ • ទម្រង់ប៉ូលែរ • ផលគុណ និងផលចែក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កំណត់និយមន័យម៉ូឌុលនៃចំនួនកុំផ្លិច |z| = r = √(a² + b²)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កំណត់អាគុយម៉ង់ θ = arg(z) និងអាគុយម៉ង់ចម្បង θ ∈ (-π, π]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សរសេរទម្រង់ត្រីកោណមាត្រ z = r(cos θ + i sin θ)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យល់ដឹងពីអត្ថន័យធរណីមាត្រនៃការគុណ និងការបង្វិល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បំប្លែងរវាងទម្រង់ពីជគណិត និងទម្រង់ត្រីកោណមាត្រយ៉ាងស្ទាត់ជំនាញ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ធ្វើប្រមាណវិធីគុណ និងចែកជាទម្រង់ត្រីកោណមាត្រ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គណនាផលធៀបត្រីកោណមាត្រនៃមុំពិសេស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គូសតាងចំនួនកុំផ្លិចក្នុងប្លង់កុំផ្លិច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យល់ដឹងពីទំនាក់ទំនងគ្នាយ៉ាងស្អិតល្មួតរវាងពីជគណិត ត្រីកោណមាត្រ និងធរណីមាត្រ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មានភាពច្បាស់លាស់ក្នុងការគណនាមុំ និងសញ្ញាត្រីកោណមាត្រ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តម្លៃត្រីកោណមាត្រមុំពិសេស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0 : cos 0 = 1 , sin 0 = 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π/6 (30°) : cos = √3/2 , sin = 1/2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π/4 (45°) : cos = √2/2 , sin = √2/2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π/3 (60°) : cos = 1/2 , sin = √3/2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π/2 (90°) : cos = 0 , sin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សញ្ញាតាមកាដ្រង់ទាំងបួន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កាដ្រង់ I (x&gt;0, y&gt;0) : θ = 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កាដ្រង់ II (x&lt;0, y&gt;0) : θ = π - 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កាដ្រង់ III (x&lt;0, y&lt;0) : θ = -(π - α) ឬ π + 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កាដ្រង់ IV (x&gt;0, y&lt;0) : θ = -α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ដែល tan α = |y/x|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រូបមន្តបូកត្រីកោណមាត្រ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cos(A + B) = cos A cos B - sin A sin 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sin(A + B) = sin A cos B + cos A sin 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cos(A - B) = cos A cos B + sin A sin 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sin(A - B) = sin A cos B - cos A sin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[ទ្រឹស្តីបទ &amp; និយមន័យ]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ម៉ូឌុល អាគុយម៉ង់ និងទម្រង់ត្រីកោណមាត្រ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ម៉ូឌុល (Modulus)៖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ចម្ងាយពីគល់តម្រុយ O ទៅចំណុចរូបភាព M(a, b) ក្នុងប្លង់កុំផ្លិច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|z| = r = √(a² + b²) ≥ 0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លក្ខណៈ៖ |z| = |z̄| = |-z| និង |z|² = z · z̄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អាគុយម៉ង់ (Argument)៖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មុំគិតជាទិសដៅ θ = (Ox, OM) ផ្ទៀងផ្ទាត់ cos θ = a/r និង sin θ = b/r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អាគុយម៉ង់ចម្បងតាង Arg(z) ∈ (-π, π] (ឬ [0, 2π))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ទម្រង់ត្រីកោណមាត្រ (Trigonometric / Polar Form)៖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z = r(cos θ + i sin 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r = |z| = √(a² + b²)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cos θ = a/r  ,  sin θ = b/r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 = r(cos θ + i sin θ)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|z₁ · z₂| = |z₁| · |z₂|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|z₁ / z₂| = |z₁| / |z₂|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បំប្លែងទៅជាទម្រង់ត្រីកោណមាត្រ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សរសេរចំនួនកុំផ្លិចខាងក្រោមជាទម្រង់ត្រីកោណមាត្រ៖
ក. z₁ = 1 + i√3       ខ. z₂ = -2 + 2i       គ. z₃ = -3i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ចំពោះ z₁ = 1 + i√3 (a = 1, b = √3)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r₁ = √(1² + (√3)²) = √(1 + 3) = √4 = 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cos θ₁ = 1/2 និង sin θ₁ = √3/2 ⇒ θ₁ = π/3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z₁ = 2(cos π/3 + i sin π/3)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ចំពោះ z₂ = -2 + 2i (a = -2, b = 2)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r₂ = √((-2)² + 2²) = √(4 + 4) = √8 = 2√2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cos θ₂ = -2/(2√2) = -√2/2 និង sin θ₂ = 2/(2√2) = √2/2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ចំណុចនៅកាដ្រង់ II នាំឱ្យ θ₂ = π - π/4 = 3π/4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z₂ = 2√2(cos 3π/4 + i sin 3π/4)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គ. ចំពោះ z₃ = -3i (a = 0, b = -3)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r₃ = 3 , ស្ថិតនៅលើកន្លះអ័ក្សនិមិត្តអវិជ្ជមាន ⇒ θ₃ = -π/2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z₃ = 3(cos(-π/2) + i sin(-π/2))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កត់សម្គាល់សញ្ញា a និង b ឱ្យច្បាស់ដើម្បីកំណត់កាដ្រង់ត្រឹមត្រូវ!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ចំនួននិមិត្តសុទ្ធ ឬពិតសុទ្ធអាចរកមុំបានភ្លាមៗដោយសង្កេតអ័ក្សកូអរដោនេ។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[ប្រមាណវិធី]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ផលគុណ និងផលចែកជាទម្រង់ត្រីកោណមាត្រ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ឱ្យ z₁ = r₁(cos θ₁ + i sin θ₁) និង z₂ = r₂(cos θ₂ + i sin θ₂) (z₂ ≠ 0)៖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ផលគុណ (Multiplication)៖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គុណម៉ូឌុល បូកអាគុយម៉ង់៖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z₁ · z₂ = r₁r₂ [cos(θ₁ + θ₂) + i sin(θ₁ + θ₂)]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arg(z₁ · z₂) = arg(z₁) + arg(z₂)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ផលចែក (Division)៖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ចែកម៉ូឌុល ដកអាគុយម៉ង់៖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z₁ / z₂ = (r₁ / r₂) [cos(θ₁ - θ₂) + i sin(θ₁ - θ₂)]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arg(z₁ / z₂) = arg(z₁) - arg(z₂)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ចំនួនច្រាស៖ 1/z = (1/r)[cos(-θ) + i sin(-θ)]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z₁z₂ = r₁r₂[cos(θ₁+θ₂) + i sin(θ₁+θ₂)]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z₁/z₂ = (r₁/r₂)[cos(θ₁-θ₂) + i sin(θ₁-θ₂)]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arg(z₁z₂) = arg z₁ + arg z₂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arg(z₁/z₂) = arg z₁ - arg z₂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គណនាផលគុណ និងផលចែក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គេឱ្យ z₁ = 4(cos 5π/12 + i sin 5π/12) និង z₂ = 2(cos π/12 + i sin π/12) ។
គណនា ក. z₁ · z₂   ខ. z₁ / z₂   គ. សរសេរ z₁ / z₂ ជាទម្រង់ពីជគណិត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z₁ · z₂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z₁ · z₂ = (4 × 2)[cos(5π/12 + π/12) + i sin(5π/12 + π/12)]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8[cos(6π/12) + i sin(6π/12)] = 8(cos π/2 + i sin π/2) = 8(0 + i) = 8i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z₁ / z₂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z₁ / z₂ = (4 / 2)[cos(5π/12 - π/12) + i sin(5π/12 - π/12)]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2[cos(4π/12) + i sin(4π/12)] = 2(cos π/3 + i sin π/3)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គ. បំប្លែង z₁ / z₂ ជាទម្រង់ពីជគណិត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cos π/3 = 1/2 និង sin π/3 = √3/2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z₁ / z₂ = 2(1/2 + i√3/2) = 1 + i√3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ផលគុណ គុណម៉ូឌុល បូកមុំ; ផលចែក ចែកម៉ូឌុល ដកមុំ!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វិធីនេះជួយឱ្យការគណនាកន្សោមស្មុគស្មាញក្លាយជាងាយស្រួលបំផុត។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ម៉ូឌុលនៃចំនួនកុំផ្លិច z = -3 + 4i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5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(|z| = √((-3)² + 4²) = √(9 + 16) = √25 =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√7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អាគុយម៉ង់ចម្បងនៃ z = -1 - i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-3π/4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(a=-1&lt;0, b=-1&lt;0 នៅកាដ្រង់ III នាំឱ្យ Arg(z) = -π + π/4 = -3π/4)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3π/4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5π/4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-π/4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បើ z₁ = 3(cos 40° + i sin 40°) និង z₂ = 2(cos 50° + i sin 50°) នោះ z₁ · z₂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6i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(z₁z₂ = 6(cos 90° + i sin 90°) = 6(0 + i) = 6i)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5i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6(cos 10° + i sin 10°)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(កម្រិតមូលដ្ឋាន)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គណនាម៉ូឌុលនៃ z = 5 - 12i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សរសេរ z = √3 - i ជាទម្រង់ត្រីកោណមាត្រ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គូសតាងចំណុចរូបភាព M(z) លើប្លង់កុំផ្លិច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(កម្រិតមធ្យម)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គេឱ្យ z₁ = 2(cos 7π/8 + i sin 7π/8) និង z₂ = √2(cos 3π/8 + i sin 3π/8)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 z₁ / z₂ ជាទម្រង់ត្រីកោណមាត្រ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ទាញរកតម្លៃពិតប្រាកដនៃ cos(π/2) និង sin(π/2)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(កម្រិតខ្ពស់)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សរសេរ z = 1 + cos α + i sin α (0 &lt; α &lt; π) ជាទម្រង់ត្រីកោណមាត្រ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ស្រាយបញ្ជាក់ថា |z₁ + z₂|² + |z₁ - z₂|² = 2(|z₁|² + |z₂|²)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ពន្យល់អត្ថន័យធរណីមាត្រនៃសមភាពប្រលេឡូក្រាមខាងលើ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ម៉ូឌុល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r = |z| = √(a² + b²)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ចម្ងាយពី O ទៅ M(a,b)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អាគុយម៉ង់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cos θ = a/r , sin θ = b/r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θ ∈ (-π, π]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ទម្រង់ប៉ូលែរ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 = r(cos θ + i sin 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ទម្រង់ត្រីកោណមាត្រ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ផលគុណ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z₁z₂ = r₁r₂ cis(θ₁ + θ₂)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គុណ r បូក 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ផលចែក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z₁/z₂ = (r₁/r₂) cis(θ₁ - θ₂)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ចែក r ដក 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២ ៖ ចំនួនកុំផ្លិចទម្រង់ត្រីកោណមាត្រ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១៤៣ លំហាត់លេខ ៥, ៦, ៧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គូរដ្យាក្រាមរង្វង់ត្រីកោណមាត្រ និងទីតាំងមុំនៃចំនួនកុំផ្លិចទាំង ៤ កាដ្រង់ចូលសៀវភៅ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រំលឹកទ្រឹស្តីបទដឺម័រ (De Moivre's Theorem) សម្រាប់មេរៀនបន្ទាប់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