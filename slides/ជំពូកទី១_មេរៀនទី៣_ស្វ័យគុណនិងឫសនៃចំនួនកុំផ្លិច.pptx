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ch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114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A3D"/>
                </a:solidFill>
                <a:latin typeface="Khmer OS Muol Light"/>
              </a:defRPr>
            </a:pPr>
            <a:r>
              <a:t>លោកគ្រូ នួន បូណង</a:t>
            </a:r>
          </a:p>
          <a:p>
            <a:pPr algn="ctr"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គ្រូបង្រៀនគណិតវិទ្យា ថ្នាក់ទី ១២</a:t>
            </a:r>
            <a:br/>
            <a:r>
              <a:t>វិទ្យាល័យព្រះយុគន្ធរ</a:t>
            </a:r>
            <a:br/>
            <a:r>
              <a:t>សាលារៀនជំនាន់ថ្មី (NGS)</a:t>
            </a:r>
          </a:p>
        </p:txBody>
      </p:sp>
      <p:pic>
        <p:nvPicPr>
          <p:cNvPr id="6" name="Picture 5" descr="yukunthor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22960"/>
            <a:ext cx="1090379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8229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Khmer OS Muol Light"/>
              </a:defRPr>
            </a:pPr>
            <a:r>
              <a:t>ព្រះរាជាណាចក្រកម្ពុជា • ជាតិ សាសនា ព្រះមហាក្សត្រ</a:t>
            </a:r>
            <a:br/>
            <a:r>
              <a:t>ក្រសួងអប់រំ យុវជន និងកីឡា</a:t>
            </a:r>
          </a:p>
          <a:p>
            <a:pPr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វិទ្យាល័យព្រះយុគន្ធរ • សាលារៀនជំនាន់ថ្មី (NGS)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6858000" cy="2926080"/>
          </a:xfrm>
          <a:prstGeom prst="roundRect">
            <a:avLst/>
          </a:prstGeom>
          <a:solidFill>
            <a:srgbClr val="14375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6309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3C5FD"/>
                </a:solidFill>
                <a:latin typeface="Khmer OS Muol Light"/>
              </a:defRPr>
            </a:pPr>
            <a:r>
              <a:t>ជំពូកទី ១ ៖ ចំនួនកុំផ្លិច</a:t>
            </a:r>
          </a:p>
          <a:p>
            <a:pPr>
              <a:defRPr sz="2400" b="1">
                <a:solidFill>
                  <a:srgbClr val="FFFFFF"/>
                </a:solidFill>
                <a:latin typeface="Khmer OS Muol Light"/>
              </a:defRPr>
            </a:pPr>
            <a:r>
              <a:t>មេរៀនទី ៣ ៖ ស្វ័យគុណនិងឫសនៃចំនួនកុំផ្លិច</a:t>
            </a:r>
          </a:p>
          <a:p>
            <a:pPr>
              <a:defRPr sz="1400">
                <a:solidFill>
                  <a:srgbClr val="CBD5E1"/>
                </a:solidFill>
                <a:latin typeface="Khmer OS Siemreap"/>
              </a:defRPr>
            </a:pPr>
            <a:r>
              <a:t>ទ្រឹស្តីបទដឺម័រ • ស្វ័យគុណ zⁿ • ឫសទី n នៃចំនួនកុំផ្លិច • ឫសនៃឯកតា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Khmer OS Siemreap"/>
              </a:defRPr>
            </a:pPr>
            <a:r>
              <a:t>✨ កិច្ចតែងការ &amp; ស្លាយបង្រៀនស្ដង់ដារ NGS • ឆ្នាំសិក្សា ២០២៦-២០២៧ • រៀបរៀងដោយលោកគ្រូ នួន បូណង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[គោលបំណង]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វត្ថុបំណងនៃមេរៀន (Lesson Objectives)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Khmer OS Siemreap"/>
              </a:defRPr>
            </a:pPr>
            <a:r>
              <a:t>បន្ទាប់ពីសិក្សាមេរៀននេះចប់ សិស្សានុសិស្សនឹងទទួលបានសមត្ថភាពសំខាន់ៗ ៣ យ៉ាង៖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3383280" cy="64008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១. ចំណេះដឹង (Knowledge)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យល់ច្បាស់ទ្រឹស្តីបទដឺម័រ (De Moivre's Theorem) ចំពោះ n ∈ ℤ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ចងចាំរូបមន្តឫសទី n នៃចំនួនកុំផ្លិច wₖ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យល់ដឹងពីធរណីមាត្រនៃឫសទី n (កំពូលនៃពហុកោណទៀងទាត់ n ជ្រុង)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ស្គាល់ឫសទី n នៃឯកតា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2240280"/>
            <a:ext cx="33832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២. បំណិន (Skills)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គណនាស្វ័យគុណខ្ពស់នៃចំនួនកុំផ្លិច zⁿ ដោយប្រើដឺម័រ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រកឫសទី n នៃចំនួនកុំផ្លិចណាមួយ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ដោះស្រាយសមីការ zⁿ = a ក្នុងសំណុំ 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តាងឫសទាំងអស់លើរង្វង់ត្រីកោណមាត្រ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240280"/>
            <a:ext cx="3383280" cy="402336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240280"/>
            <a:ext cx="3383280" cy="64008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2860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Khmer OS Muol Light"/>
              </a:defRPr>
            </a:pPr>
            <a:r>
              <a:t>៣. ឥរិយាបថ (Attitude)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កោតសរសើរភាពស៊ីសង្វាក់គ្នានៃទ្រឹស្តីគណិតវិទ្យា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• មានភាពអត់ធ្មត់ និងហ្មត់ចត់ក្នុងការគណនាមុំ និងចែកមុំ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[មូលដ្ឋានគ្រឹះ]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រំឭកមេរៀនចាស់ &amp; គំនិតគ្រឹះ (Prerequisite Knowledge)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ទម្រង់ត្រីកោណមាត្រ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z = r(cos θ + i sin θ)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r = |z| ≥ 0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z₁ · z₂ = r₁r₂ [cos(θ₁ + θ₂) + i sin(θ₁ + θ₂)]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ចុះបើ z₁ = z₂ = ... = zₙ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ខួបនៃអនុគមន៍ត្រីកោណមាត្រ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cos(x + 2kπ) = cos x  (k ∈ ℤ)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sin(x + 2kπ) = sin x  (k ∈ ℤ)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ដូចនេះ បន្ថែម 2kπ មិនផ្លាស់ប្តូរតម្លៃត្រីកោណមាត្រឡើយ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94560"/>
            <a:ext cx="3383279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2194560"/>
            <a:ext cx="3383279" cy="59436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240280"/>
            <a:ext cx="3383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សមីការទ្វេគុណ និងដឺក្រេខ្ពស់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880360"/>
            <a:ext cx="3017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xⁿ - 1 = 0 ក្នុង ℝ អាចមានត្រឹមតែ ១ ឬ ២ ឫស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mbria Math"/>
              </a:defRPr>
            </a:pPr>
            <a:r>
              <a:t>• តែក្នុង ℂ សមីការ xⁿ = a តែងតែមាន n ឫសជានិច្ច! (ទ្រឹស្តីបទគ្រឹះពីជគណិត)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[ស្វ័យគុណ]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ទ្រឹស្តីបទដឺម័រ (De Moivre's Theorem)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១. ទ្រឹស្តីបទដឺម័រ៖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ចំពោះគ្រប់ចំនួនពិត θ និងគ្រប់ចំនួនគត់ n ∈ ℤ 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[cos θ + i sin θ]ⁿ = cos(nθ) + i sin(nθ)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២. ស្វ័យគុណនៃចំនួនកុំផ្លិច z = r(cos θ + i sin θ)៖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zⁿ = rⁿ [cos(nθ) + i sin(nθ)]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ស្វ័យគុណលើម៉ូឌុល៖ rⁿ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   • គុណមេគុណលើអាគុយម៉ង់៖ n · θ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៣. អនុវត្តន៍៖ ជួយគណនា (1 + i)¹⁰⁰ ឬ (√3 - i)¹² ក្នុងរយៈពេលត្រឹមតែប៉ុន្មានវិនាទី!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(cos θ + i sin θ)ⁿ = cos nθ + i sin nθ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zⁿ = rⁿ(cos nθ + i sin nθ)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z⁻ⁿ = (1/rⁿ)(cos(-nθ) + i sin(-nθ))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១ ៖ គណនាស្វ័យគុណដោយប្រើដឺម័រ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គណនាតម្លៃនៃកន្សោម A = (1 + i)¹²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១ ៖ សរសេរ z = 1 + i ជាទម្រង់ត្រីកោណមាត្រ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r = √(1² + 1²) = √2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cos θ = 1/√2 = √2/2 និង sin θ = √2/2 ⇒ θ = π/4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នាំឱ្យ z = √2(cos π/4 + i sin π/4)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២ ៖ អនុវត្តទ្រឹស្តីបទដឺម័រ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z¹² = (√2)¹² [cos(12 × π/4) + i sin(12 × π/4)]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(√2)¹² = 2⁶ = 64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12 × π/4 = 3π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z¹² = 64(cos 3π + i sin 3π)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៣ ៖ បំប្លែងត្រឡប់មកពីជគណិត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ដោយ cos 3π = -1 និង sin 3π = 0 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A = 64(-1 + 0i) = -64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តែងតែបំប្លែងទៅជាទម្រង់ត្រីកោណមាត្រមុននឹងលើកជាស្វ័យគុណខ្ពស់!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កាត់បន្ថយមុំធំៗដោយដក 2kπ ចេញដើម្បីងាយស្រួលរកតម្លៃ cos និង sin។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[ឫសទី n]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ឫសទី n នៃចំនួនកុំផ្លិច (n-th Roots of Complex Number)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62179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ឱ្យ z = r(cos θ + i sin θ) (z ≠ 0) និង n ∈ ℕ* 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ចំនួនកុំផ្លិច w ជាឫសទី n នៃ z កាលណា wⁿ = z ។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z មាន n ឫសទី n ខុសៗគ្នា កំណត់ដោយរូបមន្ត៖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wₖ = ⁿ√r [ cos((θ + 2kπ)/n) + i sin((θ + 2kπ)/n) ]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ដែល k = 0, 1, 2, ..., n - 1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ម៉ូឌុលនៃគ្រប់ឫសស្មើគ្នា៖ |wₖ| = ⁿ√r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គម្លាតមុំរវាងឫសពីរជាប់គ្នាគឺ 2π/n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ចំណុចរូបភាពទាំង n នៃឫស បង្កើតបានជាកំពូលនៃពហុកោណទៀងទាត់ n ជ្រុង ចារឹកក្នុងរង្វង់កាំ ⁿ√r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4206240" cy="4297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103120"/>
            <a:ext cx="420624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📌 រូបមន្តគន្លឹះ និងចំណាំសំខាន់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83464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wₖ = ⁿ√r [cos((θ+2kπ)/n) + i sin((θ+2kπ)/n)]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k = 0, 1, 2, ..., n - 1</a:t>
            </a:r>
          </a:p>
          <a:p>
            <a:pPr>
              <a:spcAft>
                <a:spcPts val="1000"/>
              </a:spcAft>
              <a:defRPr sz="1400" b="1">
                <a:solidFill>
                  <a:srgbClr val="0F2A3D"/>
                </a:solidFill>
                <a:latin typeface="Cambria Math"/>
              </a:defRPr>
            </a:pPr>
            <a:r>
              <a:t>ផលបូកឫសទាំងអស់៖ ∑ wₖ = 0 (n ≥ 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[លំហាត់គំរូ]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ឧទាហរណ៍ទី ២ ៖ រកឫសទី ៣ (ឫសគូប) នៃ z = 8i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005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F5174"/>
                </a:solidFill>
                <a:latin typeface="Khmer OS Muol Light"/>
              </a:rPr>
              <a:t>លំហាត់៖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រកឫសទី ៣ នៃចំនួនកុំផ្លិច z = 8i និងសង់រូបភាពលើប្លង់កុំផ្លិច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73152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7D4F"/>
                </a:solidFill>
                <a:latin typeface="Khmer OS Muol Light"/>
              </a:defRPr>
            </a:pPr>
            <a:r>
              <a:t>ដំណោះស្រាយលម្អិត៖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១ ៖ សរសេរ z = 8i ជាទម្រង់ត្រីកោណមាត្រ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r = 8 , θ = π/2 ⇒ z = 8(cos π/2 + i sin π/2)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២ ៖ អនុវត្តរូបមន្តឫសទី ៣ (n = 3)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wₖ = ³√8 [cos((π/2 + 2kπ)/3) + i sin((π/2 + 2kπ)/3)] (k = 0, 1, 2)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³√8 = 2 និងមុំគឺ (π/6 + 2kπ/3)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ជំហាន ៣ ៖ គណនាតាម k នីមួយៗ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k = 0 : w₀ = 2(cos π/6 + i sin π/6) = 2(√3/2 + i/2) = √3 + 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k = 1 : w₁ = 2(cos 5π/6 + i sin 5π/6) = 2(-√3/2 + i/2) = -√3 + 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   • k = 2 : w₂ = 2(cos 9π/6 + i sin 9π/6) = 2(cos 3π/2 + i sin 3π/2) = -2i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Khmer OS Siemreap"/>
              </a:defRPr>
            </a:pPr>
            <a:r>
              <a:t>សេចក្តីសន្និដ្ឋាន៖ ចំណុចរូបភាពនៃ w₀, w₁, w₂ បង្កើតបានជាត្រីកោណសម័ង្សចារឹកក្នុងរង្វង់កាំ R = 2!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200400" cy="329184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24612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97706"/>
                </a:solidFill>
                <a:latin typeface="Khmer OS Muol Light"/>
              </a:defRPr>
            </a:pPr>
            <a:r>
              <a:t>💡 គន្លឹះដោះស្រាយ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ឫសទី ៣ បង្កើតបានត្រីកោណសម័ង្ស; ឫសទី ៤ បង្កើតបានការ៉េ; ឫសទី n បង្កើតបានពហុកោណទៀងទាត់ n ជ្រុង!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• ផលបូកនៃឫសទាំង ៣ គឺ w₀ + w₁ + w₂ = (√3 - √3) + (1 + 1 - 2)i = 0 ជានិច្ច។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1 (MCQ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1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តម្លៃនៃ (cos π/6 + i sin π/6)⁶ ស្មើនឹង៖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-1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(cos(6 × π/6) + i sin(6 × π/6) = cos π + i sin π = -1)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-i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2 (MCQ 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2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ចំនួនឫសទី ៥ នៃចំនួនកុំផ្លិច z = -32 ក្នុងសំណុំ ℂ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៥ ឫស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(គ្រប់ចំនួនកុំផ្លិចមិនសូន្យតែងតែមាន n ឫសទី n ក្នុង ℂ)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១ ឫស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២ ឫស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គ្មានឫស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[ពង្រឹងការយល់ដឹង]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សំណួរពហុជ្រើសរើសទី 3 (MCQ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Khmer OS Muol Light"/>
              </a:rPr>
              <a:t>❓ សំណួរទី 3 ៖ </a:t>
            </a:r>
            <a:r>
              <a:rPr sz="1300" b="1">
                <a:solidFill>
                  <a:srgbClr val="0F2A3D"/>
                </a:solidFill>
                <a:latin typeface="Khmer OS Siemreap"/>
              </a:rPr>
              <a:t>ម៉ូឌុលនៃឫសទី ៤ នៃ z = 16(cos π/3 + i sin π/3) គឺ៖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212080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Khmer OS Muol Light"/>
              </a:rPr>
              <a:t>(ក)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2</a:t>
            </a:r>
          </a:p>
          <a:p>
            <a:pPr>
              <a:defRPr sz="1000" b="1">
                <a:solidFill>
                  <a:srgbClr val="2E7D4F"/>
                </a:solidFill>
                <a:latin typeface="Khmer OS Siemreap"/>
              </a:defRPr>
            </a:pPr>
            <a:r>
              <a:t>✓ ចម្លើយត្រឹមត្រូវ! (ម៉ូឌុលនៃឫសគឺ ⁴√r = ⁴√16 =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33756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(ខ)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(គ)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72000"/>
            <a:ext cx="5212080" cy="10972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2A3D"/>
                </a:solidFill>
                <a:latin typeface="Khmer OS Muol Light"/>
              </a:rPr>
              <a:t>(ឃ)  </a:t>
            </a:r>
            <a:r>
              <a:rPr sz="1300">
                <a:solidFill>
                  <a:srgbClr val="1E293B"/>
                </a:solidFill>
                <a:latin typeface="Khmer OS Siemreap"/>
              </a:rPr>
              <a:t>√2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Khmer OS Siemreap"/>
              </a:defRPr>
            </a:pPr>
            <a:r>
              <a:t>💡 សិស្សលើកដៃឆ្លើយ ឬបោះឆ្នោតតាមទូរស័ព្ទ / ក្តារឆ្នួន រួចគ្រូបកស្រាយមូលហេតុលម្អិត។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[អនុវត្តជាក់ស្តែង]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សន្លឹកកិច្ចការសិស្ស &amp; ការពិភាក្សាជាក្រុម (Student Worksheet)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640080"/>
          </a:xfrm>
          <a:prstGeom prst="roundRect">
            <a:avLst/>
          </a:prstGeom>
          <a:solidFill>
            <a:srgbClr val="0F5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Khmer OS Siemreap"/>
              </a:defRPr>
            </a:pPr>
            <a:r>
              <a:t>⏱️ រយៈពេលពិភាក្សា៖ ១០ នាទី • ពិន្ទុអតិបរមា៖ ១០ ពិន្ទុ • សមាជិកក្នុងក្រុមសហការដោះស្រាយ និងឡើងធ្វើបទបង្ហាញ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338328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១ (កម្រិតមូលដ្ឋាន)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គណនា (cos π/8 + i sin π/8)⁴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រកម៉ូឌុល និងអាគុយម៉ង់នៃ (1 - i√3)⁸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 (1 + i)⁸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2788920"/>
            <a:ext cx="3383280" cy="594360"/>
          </a:xfrm>
          <a:prstGeom prst="round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២ (កម្រិតមធ្យម)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ដោះស្រាយសមីការ z³ = 1 (ឫសគូបនៃឯកតា)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តាងឫសទាំងនោះដោយ 1, ω, ω² រួចស្រាយថា 1 + ω + ω² = 0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គណនាតម្លៃនៃ (1 + ω)²⁰²⁶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88920"/>
            <a:ext cx="33832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788920"/>
            <a:ext cx="3383280" cy="594360"/>
          </a:xfrm>
          <a:prstGeom prst="roundRect">
            <a:avLst/>
          </a:prstGeom>
          <a:solidFill>
            <a:srgbClr val="C02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Khmer OS Muol Light"/>
              </a:defRPr>
            </a:pPr>
            <a:r>
              <a:t>👥 ក្រុមទី ៣ (កម្រិតខ្ពស់)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747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1. ដោះស្រាយសមីការ z⁴ + 16 = 0 ក្នុង ℂ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2. គូសរូបកំពូលនៃពហុកោណដែលបង្កើតដោយឫសទាំង ៤ ក្នុងប្លង់កុំផ្លិច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Khmer OS Siemreap"/>
              </a:defRPr>
            </a:pPr>
            <a:r>
              <a:t>3. គណនាផ្ទៃក្រឡានៃពហុកោណនោះ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[សង្ខេបមេរៀន]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សេចក្តីសង្ខេប &amp; តារាងរូបមន្តគន្លឹះ (Summary Cheat Sheet)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4114800"/>
                <a:gridCol w="24688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ល.រ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ទម្រង់ / ចំណងជើង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រូបមន្តគន្លឹះ / លក្ខណៈ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Khmer OS Muol Light"/>
                        </a:defRPr>
                      </a:pPr>
                      <a:r>
                        <a:t>ចំណាំ / អត្ថន័យ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ទ្រឹស្តីបទដឺម័រ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(cos θ + i sin θ)ⁿ = cos nθ + i sin nθ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ចំពោះគ្រប់ n ∈ ℤ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ស្វ័យគុណ zⁿ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zⁿ = rⁿ cis(nθ)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លើក r ជាស្វ័យគុណ n , គុណមុំនឹង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ឫសទី 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wₖ = ⁿ√r cis((θ + 2kπ)/n)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k = 0, 1, ..., n-1 (មាន n ឫស)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ធរណីមាត្រនៃឫស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កំពូលនៃពហុកោណទៀងទាត់ n ជ្រុង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ចារឹកក្នុងរង្វង់កាំ ⁿ√r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ផលបូកឫស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Cambria Math"/>
                        </a:defRPr>
                      </a:pPr>
                      <a:r>
                        <a:t>∑ wₖ = 0 (n ≥ 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Khmer OS Siemreap"/>
                        </a:defRPr>
                      </a:pPr>
                      <a:r>
                        <a:t>ទីប្រជុំទម្ងន់ត្រួតស៊ីនឹងគល់ 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yukunthor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781438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91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វិទ្យាល័យព្រះយុគន្ធរ • សាលារៀនជំនាន់ថ្មី (NGS) • គណិតវិទ្យា ថ្នាក់ទី ១២</a:t>
            </a:r>
          </a:p>
          <a:p>
            <a:pPr>
              <a:defRPr sz="1500" b="1">
                <a:solidFill>
                  <a:srgbClr val="FFFFFF"/>
                </a:solidFill>
                <a:latin typeface="Khmer OS Muol Light"/>
              </a:defRPr>
            </a:pPr>
            <a:r>
              <a:t>ជំពូកទី ១ ៖ ចំនួនកុំផ្លិច — មេរៀនទី ៣ ៖ ស្វ័យគុណនិងឫសនៃចំនួនកុំផ្លិច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BD5E1"/>
                </a:solidFill>
                <a:latin typeface="Khmer OS Siemreap"/>
              </a:defRPr>
            </a:pPr>
            <a:r>
              <a:t>បង្រៀនដោយ៖</a:t>
            </a:r>
          </a:p>
          <a:p>
            <a:pPr algn="r">
              <a:defRPr sz="1200">
                <a:solidFill>
                  <a:srgbClr val="D97706"/>
                </a:solidFill>
                <a:latin typeface="Khmer OS Muol Light"/>
              </a:defRPr>
            </a:pPr>
            <a:r>
              <a:t>លោកគ្រូ នួន បូណង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5174"/>
                </a:solidFill>
                <a:latin typeface="Khmer OS Siemreap"/>
              </a:rPr>
              <a:t>[កិច្ចការបន្ត] </a:t>
            </a:r>
            <a:r>
              <a:rPr sz="2000" b="1">
                <a:solidFill>
                  <a:srgbClr val="0F2A3D"/>
                </a:solidFill>
                <a:latin typeface="Khmer OS Muol Light"/>
              </a:rPr>
              <a:t>កិច្ចការផ្ទះ &amp; សូមអរគុណ! (Homework &amp; Closing)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486400" cy="42976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97706"/>
                </a:solidFill>
                <a:latin typeface="Khmer OS Muol Light"/>
              </a:defRPr>
            </a:pPr>
            <a:r>
              <a:t>📚 កិច្ចការផ្ទះត្រូវអនុវត្ត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ធ្វើលំហាត់ក្នុងសៀវភៅពុម្ពគណិតវិទ្យា ថ្នាក់ទី ១២ ទំព័រទី ១៤៤ លំហាត់លេខ ៨, ៩, ១០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ដោះស្រាយសមីការ z⁶ - 1 = 0 និងតាងឫសទាំងអស់លើរង្វង់ត្រីកោណមាត្រ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Khmer OS Siemreap"/>
              </a:defRPr>
            </a:pPr>
            <a:r>
              <a:t>• រៀបចំសង្ខេបជំពូកទី ១ ទាំងមូលដើម្បីត្រៀមប្រឡងប្រចាំខែ</a:t>
            </a:r>
          </a:p>
          <a:p>
            <a:pPr>
              <a:spcBef>
                <a:spcPts val="800"/>
              </a:spcBef>
              <a:defRPr sz="1200" b="1">
                <a:solidFill>
                  <a:srgbClr val="C0272D"/>
                </a:solidFill>
                <a:latin typeface="Khmer OS Siemreap"/>
              </a:defRPr>
            </a:pPr>
            <a:r>
              <a:t>⏰ កាលបរិច្ឆេទប្រគល់៖ ម៉ោងសិក្សាបន្ទាប់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4846320" cy="4297680"/>
          </a:xfrm>
          <a:prstGeom prst="roundRect">
            <a:avLst/>
          </a:prstGeom>
          <a:solidFill>
            <a:srgbClr val="0F2A3D"/>
          </a:solidFill>
          <a:ln w="25400">
            <a:solidFill>
              <a:srgbClr val="0F5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acher-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37744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0" y="42062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Khmer OS Muol Light"/>
              </a:defRPr>
            </a:pPr>
            <a:r>
              <a:t>សូមអរគុណសម្រាប់ការយកចិត្តទុកដាក់!</a:t>
            </a:r>
          </a:p>
          <a:p>
            <a:pPr algn="ctr">
              <a:defRPr sz="1100">
                <a:solidFill>
                  <a:srgbClr val="BAE6FD"/>
                </a:solidFill>
                <a:latin typeface="Khmer OS Siemreap"/>
              </a:defRPr>
            </a:pPr>
            <a:r>
              <a:t>លោកគ្រូ នួន បូណង • វិទ្យាល័យព្រះយុគន្ធរ NGS</a:t>
            </a:r>
            <a:br/>
            <a:r>
              <a:t>មុខវិជ្ជា៖ គណិតវិទ្យា ថ្នាក់ទី ១២</a:t>
            </a:r>
            <a:br/>
            <a:r>
              <a:t>Telegram Channel: @MathNGS_Yukunthor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