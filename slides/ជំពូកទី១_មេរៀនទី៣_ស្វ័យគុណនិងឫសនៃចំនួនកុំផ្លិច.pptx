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១ ៖ ចំនួនកុំផ្លិច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៣ ៖ ស្វ័យគុណនិងឫសនៃចំនួនកុំផ្លិច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ទ្រឹស្តីបទដឺម័រ • ស្វ័យគុណ zⁿ • ឫសទី n នៃចំនួនកុំផ្លិច • ឫសនៃឯកតា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យល់ច្បាស់ទ្រឹស្តីបទដឺម័រ (De Moivre's Theorem) ចំពោះ n ∈ ℤ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ចងចាំរូបមន្តឫសទី n នៃចំនួនកុំផ្លិច wₖ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យល់ដឹងពីធរណីមាត្រនៃឫសទី n (កំពូលនៃពហុកោណទៀងទាត់ n ជ្រុង)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ស្គាល់ឫសទី n នៃឯកតា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គណនាស្វ័យគុណខ្ពស់នៃចំនួនកុំផ្លិច zⁿ ដោយប្រើដឺម័រ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រកឫសទី n នៃចំនួនកុំផ្លិចណាមួយ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ដោះស្រាយសមីការ zⁿ = a ក្នុងសំណុំ ℂ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តាងឫសទាំងអស់លើរង្វង់ត្រីកោណមាត្រ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កោតសរសើរភាពស៊ីសង្វាក់គ្នានៃទ្រឹស្តីគណិតវិទ្យា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មានភាពអត់ធ្មត់ និងហ្មត់ចត់ក្នុងការគណនាមុំ និងចែកមុំ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ទម្រង់ត្រីកោណមាត្រ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z = r(cos θ + i sin θ)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r = |z| ≥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z₁ · z₂ = r₁r₂ [cos(θ₁ + θ₂) + i sin(θ₁ + θ₂)]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ចុះបើ z₁ = z₂ = ... = zₙ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ខួបនៃអនុគមន៍ត្រីកោណមាត្រ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cos(x + 2kπ) = cos x  (k ∈ ℤ)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sin(x + 2kπ) = sin x  (k ∈ ℤ)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ដូចនេះ បន្ថែម 2kπ មិនផ្លាស់ប្តូរតម្លៃត្រីកោណមាត្រឡើយ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សមីការទ្វេគុណ និងដឺក្រេខ្ពស់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xⁿ - 1 = 0 ក្នុង ℝ អាចមានត្រឹមតែ ១ ឬ ២ ឫស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តែក្នុង ℂ សមីការ xⁿ = a តែងតែមាន n ឫសជានិច្ច! (ទ្រឹស្តីបទគ្រឹះពីជគណិត)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[ស្វ័យគុណ]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ទ្រឹស្តីបទដឺម័រ (De Moivre's Theorem)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ទ្រឹស្តីបទដឺម័រ៖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ចំពោះគ្រប់ចំនួនពិត θ និងគ្រប់ចំនួនគត់ n ∈ ℤ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[cos θ + i sin θ]ⁿ = cos(nθ) + i sin(nθ)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ស្វ័យគុណនៃចំនួនកុំផ្លិច z = r(cos θ + i sin θ)៖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zⁿ = rⁿ [cos(nθ) + i sin(nθ)]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ស្វ័យគុណលើម៉ូឌុល៖ rⁿ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គុណមេគុណលើអាគុយម៉ង់៖ n · θ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អនុវត្តន៍៖ ជួយគណនា (1 + i)¹⁰⁰ ឬ (√3 - i)¹² ក្នុងរយៈពេលត្រឹមតែប៉ុន្មានវិនាទី!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(cos θ + i sin θ)ⁿ = cos nθ + i sin nθ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zⁿ = rⁿ(cos nθ + i sin nθ)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z⁻ⁿ = (1/rⁿ)(cos(-nθ) + i sin(-nθ))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គណនាស្វ័យគុណដោយប្រើដឺម័រ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គណនាតម្លៃនៃកន្សោម A = (1 + i)¹²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១ ៖ សរសេរ z = 1 + i ជាទម្រង់ត្រីកោណមាត្រ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r = √(1² + 1²) = √2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cos θ = 1/√2 = √2/2 និង sin θ = √2/2 ⇒ θ = π/4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នាំឱ្យ z = √2(cos π/4 + i sin π/4)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២ ៖ អនុវត្តទ្រឹស្តីបទដឺម័រ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z¹² = (√2)¹² [cos(12 × π/4) + i sin(12 × π/4)]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(√2)¹² = 2⁶ = 64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12 × π/4 = 3π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z¹² = 64(cos 3π + i sin 3π)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៣ ៖ បំប្លែងត្រឡប់មកពីជគណិត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cos 3π = -1 និង sin 3π = 0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A = 64(-1 + 0i) = -64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តែងតែបំប្លែងទៅជាទម្រង់ត្រីកោណមាត្រមុននឹងលើកជាស្វ័យគុណខ្ពស់!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កាត់បន្ថយមុំធំៗដោយដក 2kπ ចេញដើម្បីងាយស្រួលរកតម្លៃ cos និង sin។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[ឫសទី n]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ឫសទី n នៃចំនួនកុំផ្លិច (n-th Roots of Complex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ឱ្យ z = r(cos θ + i sin θ) (z ≠ 0) និង n ∈ ℕ*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ចំនួនកុំផ្លិច w ជាឫសទី n នៃ z កាលណា wⁿ = z ។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z មាន n ឫសទី n ខុសៗគ្នា កំណត់ដោយរូបមន្ត៖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wₖ = ⁿ√r [ cos((θ + 2kπ)/n) + i sin((θ + 2kπ)/n) ]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ដែល k = 0, 1, 2, ..., n - 1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ម៉ូឌុលនៃគ្រប់ឫសស្មើគ្នា៖ |wₖ| = ⁿ√r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គម្លាតមុំរវាងឫសពីរជាប់គ្នាគឺ 2π/n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ចំណុចរូបភាពទាំង n នៃឫស បង្កើតបានជាកំពូលនៃពហុកោណទៀងទាត់ n ជ្រុង ចារឹកក្នុងរង្វង់កាំ ⁿ√r 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wₖ = ⁿ√r [cos((θ+2kπ)/n) + i sin((θ+2kπ)/n)]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k = 0, 1, 2, ..., n - 1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ផលបូកឫសទាំងអស់៖ ∑ wₖ = 0 (n ≥ 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រកឫសទី ៣ (ឫសគូប) នៃ z = 8i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រកឫសទី ៣ នៃចំនួនកុំផ្លិច z = 8i និងសង់រូបភាពលើប្លង់កុំផ្លិច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១ ៖ សរសេរ z = 8i ជាទម្រង់ត្រីកោណមាត្រ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r = 8 , θ = π/2 ⇒ z = 8(cos π/2 + i sin π/2)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២ ៖ អនុវត្តរូបមន្តឫសទី ៣ (n = 3)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wₖ = ³√8 [cos((π/2 + 2kπ)/3) + i sin((π/2 + 2kπ)/3)] (k = 0, 1, 2)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³√8 = 2 និងមុំគឺ (π/6 + 2kπ/3)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៣ ៖ គណនាតាម k នីមួយៗ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k = 0 : w₀ = 2(cos π/6 + i sin π/6) = 2(√3/2 + i/2) = √3 + 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k = 1 : w₁ = 2(cos 5π/6 + i sin 5π/6) = 2(-√3/2 + i/2) = -√3 + 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k = 2 : w₂ = 2(cos 9π/6 + i sin 9π/6) = 2(cos 3π/2 + i sin 3π/2) = -2i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សេចក្តីសន្និដ្ឋាន៖ ចំណុចរូបភាពនៃ w₀, w₁, w₂ បង្កើតបានជាត្រីកោណសម័ង្សចារឹកក្នុងរង្វង់កាំ R = 2!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ឫសទី ៣ បង្កើតបានត្រីកោណសម័ង្ស; ឫសទី ៤ បង្កើតបានការ៉េ; ឫសទី n បង្កើតបានពហុកោណទៀងទាត់ n ជ្រុង!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ផលបូកនៃឫសទាំង ៣ គឺ w₀ + w₁ + w₂ = (√3 - √3) + (1 + 1 - 2)i = 0 ជានិច្ច។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តម្លៃនៃ (cos π/6 + i sin π/6)⁶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-1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(cos(6 × π/6) + i sin(6 × π/6) = cos π + i sin π = -1)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ចំនួនឫសទី ៥ នៃចំនួនកុំផ្លិច z = -32 ក្នុងសំណុំ ℂ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៥ ឫស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(គ្រប់ចំនួនកុំផ្លិចមិនសូន្យតែងតែមាន n ឫសទី n ក្នុង ℂ)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១ ឫស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២ ឫស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គ្មានឫស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ម៉ូឌុលនៃឫសទី ៤ នៃ z = 16(cos π/3 + i sin π/3) គឺ៖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(ម៉ូឌុលនៃឫសគឺ ⁴√r = ⁴√16 =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√2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(កម្រិតមូលដ្ឋាន)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 (cos π/8 + i sin π/8)⁴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រកម៉ូឌុល និងអាគុយម៉ង់នៃ (1 - i√3)⁸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 (1 + i)⁸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(កម្រិតមធ្យម)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ដោះស្រាយសមីការ z³ = 1 (ឫសគូបនៃឯកតា)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តាងឫសទាំងនោះដោយ 1, ω, ω² រួចស្រាយថា 1 + ω + ω² = 0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គណនាតម្លៃនៃ (1 + ω)²⁰²⁶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(កម្រិតខ្ពស់)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ដោះស្រាយសមីការ z⁴ + 16 = 0 ក្នុង ℂ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គូសរូបកំពូលនៃពហុកោណដែលបង្កើតដោយឫសទាំង ៤ ក្នុងប្លង់កុំផ្លិច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គណនាផ្ទៃក្រឡានៃពហុកោណនោះ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ទ្រឹស្តីបទដឺម័រ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(cos θ + i sin θ)ⁿ = cos nθ + i sin nθ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ចំពោះគ្រប់ n ∈ ℤ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ស្វ័យគុណ zⁿ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zⁿ = rⁿ cis(nθ)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លើក r ជាស្វ័យគុណ n , គុណមុំនឹង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ឫសទី 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wₖ = ⁿ√r cis((θ + 2kπ)/n)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k = 0, 1, ..., n-1 (មាន n ឫស)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ធរណីមាត្រនៃឫស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កំពូលនៃពហុកោណទៀងទាត់ n ជ្រុង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ចារឹកក្នុងរង្វង់កាំ ⁿ√r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ផលបូកឫស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∑ wₖ = 0 (n ≥ 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ទីប្រជុំទម្ងន់ត្រួតស៊ីនឹងគល់ 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១ ៖ ចំនួនកុំផ្លិច — មេរៀនទី ៣ ៖ ស្វ័យគុណនិងឫសនៃចំនួនកុំផ្លិច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១៤៤ លំហាត់លេខ ៨, ៩, ១០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ដោះស្រាយសមីការ z⁶ - 1 = 0 និងតាងឫសទាំងអស់លើរង្វង់ត្រីកោណមាត្រ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រៀបចំសង្ខេបជំពូកទី ១ ទាំងមូលដើម្បីត្រៀមប្រឡងប្រចាំខែ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