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474720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ch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A3D"/>
                </a:solidFill>
                <a:latin typeface="Khmer OS Muol Light"/>
              </a:defRPr>
            </a:pPr>
            <a:r>
              <a:t>លោកគ្រូ នួន បូណង</a:t>
            </a:r>
          </a:p>
          <a:p>
            <a:pPr algn="ctr"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គ្រូបង្រៀនគណិតវិទ្យា ថ្នាក់ទី ១២</a:t>
            </a:r>
            <a:br/>
            <a:r>
              <a:t>វិទ្យាល័យព្រះយុគន្ធរ</a:t>
            </a:r>
            <a:br/>
            <a:r>
              <a:t>សាលារៀនជំនាន់ថ្មី (NGS)</a:t>
            </a:r>
          </a:p>
        </p:txBody>
      </p:sp>
      <p:pic>
        <p:nvPicPr>
          <p:cNvPr id="6" name="Picture 5" descr="yukuntho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1090379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8229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Khmer OS Muol Light"/>
              </a:defRPr>
            </a:pPr>
            <a:r>
              <a:t>ព្រះរាជាណាចក្រកម្ពុជា • ជាតិ សាសនា ព្រះមហាក្សត្រ</a:t>
            </a:r>
            <a:br/>
            <a:r>
              <a:t>ក្រសួងអប់រំ យុវជន និងកីឡា</a:t>
            </a:r>
          </a:p>
          <a:p>
            <a:pPr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វិទ្យាល័យព្រះយុគន្ធរ • សាលារៀនជំនាន់ថ្មី (NGS)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6858000" cy="2926080"/>
          </a:xfrm>
          <a:prstGeom prst="roundRect">
            <a:avLst/>
          </a:prstGeom>
          <a:solidFill>
            <a:srgbClr val="14375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6309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3C5FD"/>
                </a:solidFill>
                <a:latin typeface="Khmer OS Muol Light"/>
              </a:defRPr>
            </a:pPr>
            <a:r>
              <a:t>ជំពូកទី ២ ៖ លីមីតនៃអនុគមន៍</a:t>
            </a:r>
          </a:p>
          <a:p>
            <a:pPr>
              <a:defRPr sz="2400" b="1">
                <a:solidFill>
                  <a:srgbClr val="FFFFFF"/>
                </a:solidFill>
                <a:latin typeface="Khmer OS Muol Light"/>
              </a:defRPr>
            </a:pPr>
            <a:r>
              <a:t>មេរៀនទី ២ ៖ ភាពជាប់នៃអនុគមន៍</a:t>
            </a:r>
          </a:p>
          <a:p>
            <a:pPr>
              <a:defRPr sz="1400">
                <a:solidFill>
                  <a:srgbClr val="CBD5E1"/>
                </a:solidFill>
                <a:latin typeface="Khmer OS Siemreap"/>
              </a:defRPr>
            </a:pPr>
            <a:r>
              <a:t>ភាពជាប់ត្រង់មួយចំណុច • ភាពជាប់លើចន្លោះ • ទ្រឹស្តីបទតម្លៃកណ្តាល (IVT) • អនុគមន៍បន្ត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035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Khmer OS Siemreap"/>
              </a:defRPr>
            </a:pPr>
            <a:r>
              <a:t>✨ កិច្ចតែងការ &amp; ស្លាយបង្រៀនស្ដង់ដារ NGS • ឆ្នាំសិក្សា ២០២៦-២០២៧ • រៀបរៀងដោយលោកគ្រូ នួន បូណង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[គោលបំណង]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វត្ថុបំណងនៃមេរៀន (Lesson Objectives)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Khmer OS Siemreap"/>
              </a:defRPr>
            </a:pPr>
            <a:r>
              <a:t>បន្ទាប់ពីសិក្សាមេរៀននេះចប់ សិស្សានុសិស្សនឹងទទួលបានសមត្ថភាពសំខាន់ៗ ៣ យ៉ាង៖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3383280" cy="64008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១. ចំណេះដឹង (Knowledge)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ចងចាំលក្ខខណ្ឌទាំង ៣ នៃភាពជាប់នៃអនុគមន៍ត្រង់ x₀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យល់ច្បាស់ពីភាពជាប់លើចន្លោះបើក (a, b) និងចន្លោះបិទ [a, b]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យល់ច្បាស់ទ្រឹស្តីបទតម្លៃកណ្តាល (Intermediate Value Theorem - IVT)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ស្គាល់និយមន័យនៃអនុគមន៍បន្តតាមភាពជាប់ (Continuous Extension)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240280"/>
            <a:ext cx="33832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២. បំណិន (Skills)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សិក្សាភាពជាប់នៃអនុគមន៍បំបែកជាផ្នែកត្រង់ចំណុចភ្ជាប់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កំណត់តម្លៃប៉ារ៉ាម៉ែត្រ m ដើម្បីឱ្យអនុគមន៍ជាប់ត្រង់ x₀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ប្រើទ្រឹស្តីបទតម្លៃកណ្តាលដើម្បីស្រាយបញ្ជាក់អត្ថិភាពនៃឫសសមីការ f(x) = 0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រកអនុគមន៍បន្តតាមភាពជាប់ត្រង់ចំណុចមិនកំណត់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240280"/>
            <a:ext cx="3383280" cy="64008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៣. ឥរិយាបថ (Attitude)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ផ្សារភ្ជាប់គំនិតធរណីមាត្រ (ខ្សែកោងមិនដាច់) ទៅនឹងការគណនាលីមីតយ៉ាងច្បាស់លាស់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មានភាពម៉ត់ចត់ក្នុងការត្រួតពិនិត្យលក្ខខណ្ឌទាំង 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[មូលដ្ឋានគ្រឹះ]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រំឭកមេរៀនចាស់ &amp; គំនិតគ្រឹះ (Prerequisite Knowledge)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លីមីតឆ្វេង និងលីមីតស្តាំ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លីមីតខាងឆ្វេង៖ lim_{x→x₀⁻} f(x)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លីមីតខាងស្តាំ៖ lim_{x→x₀⁺} f(x)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lim_{x→x₀} f(x) = L មាន លុះត្រាតែ៖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  lim_{x→x₀⁻} f(x) = lim_{x→x₀⁺} f(x) = 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ដែនកំណត់នៃអនុគមន៍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f(x₀) មានន័យ លុះត្រាតែ x₀ ∈ D_f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ភាគបែង ≠ 0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កន្សោមក្នុងរ៉ាឌីកាល់ ≥ 0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អនុគមន៍ពហុធាមាន D = ℝ ជានិច្ច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ខ្សែកោងជាប់ (Geometric Meaning)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ក្រាបនៃអនុគមន៍ជាប់ អាចគូសដោយចុងប៊ិចមិនលើកឡើង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បើក្រាបដាច់ត្រង់ x₀ អនុគមន៍ដាច់ត្រង់ x₀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ភាពដាច់អាចលុបបំបាត់បាន (Removable) បើលីមីតមាន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[និយមន័យ]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លក្ខខណ្ឌភាពជាប់ត្រង់មួយចំណុច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អនុគមន៍ f ជាប់ត្រង់ចំណុច x₀ លុះត្រាតែផ្ទៀងផ្ទាត់លក្ខខណ្ឌទាំង ៣ 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f(x₀) កំណត់ (មានន័យ ពោលគឺ x₀ ∈ D_f)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lim_{x→x₀} f(x) មាន (lim_{x→x₀⁻} f(x) = lim_{x→x₀⁺} f(x))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lim_{x→x₀} f(x) = f(x₀)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បើខ្វះលក្ខខណ្ឌណាមួយក្នុងចំណោមទាំង ៣ នោះ f ដាច់ត្រង់ x₀ ។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ភាពជាប់លើចន្លោះបិទ [a, b] 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f ជាប់លើ (a, b) និង lim_{x→a⁺} f(x) = f(a) និង lim_{x→b⁻} f(x) = f(b) 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f ជាប់ត្រង់ x₀ ⇔ lim_{x→x₀} f(x) = f(x₀)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lim_{x→x₀⁻} f(x) = lim_{x→x₀⁺} f(x) = f(x₀)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អនុគមន៍ពហុធាជាប់លើ ℝ ជានិច្ច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អនុគមន៍សនិទានជាប់លើដែនកំណត់របស់វា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១ ៖ សិក្សាភាពជាប់ និងកំណត់ប៉ារ៉ាម៉ែត្រ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គេឱ្យអនុគមន៍ f(x) = { (x² - 1)/(x - 1) បើ x ≠ 1 ; m + 1 បើ x = 1 } ។
រកតម្លៃ m ដើម្បីឱ្យ f ជាប់ត្រង់ចំណុច x₀ = 1 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១ ៖ គណនាតម្លៃ f(1)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តាមនិយមន័យអនុគមន៍៖ f(1) = m + 1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២ ៖ គណនាលីមីត lim_{x→1} f(x)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lim_{x→1} f(x) = lim_{x→1} (x² - 1)/(x - 1) [រាង 0/0]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= lim_{x→1} [(x - 1)(x + 1)] / (x - 1) = lim_{x→1} (x + 1) = 1 + 1 = 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៣ ៖ អនុវត្តលក្ខខណ្ឌភាពជាប់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ដើម្បីឱ្យ f ជាប់ត្រង់ x₀ = 1 លុះត្រាតែ៖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lim_{x→1} f(x) = f(1)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2 = m + 1 ⇒ m = 2 - 1 = 1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ដូចនេះ តម្លៃ m ដែលត្រូវរកគឺ m 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លំហាត់កំណត់ប៉ារ៉ាម៉ែត្រតែងតែប្រើសមភាព lim_{x→x₀} f(x) = f(x₀)!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សម្រួលលីមីតឱ្យចេញជាចំនួនពិតជាមុនសិន រួចទើបឱ្យស្មើ f(x₀)។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[ទ្រឹស្តីបទសំខាន់]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ទ្រឹស្តីបទតម្លៃកណ្តាល និងអនុគមន៍បន្តតាមភាពជាប់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ទ្រឹស្តីបទតម្លៃកណ្តាល (IVT)៖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បើ f ជាប់លើចន្លោះបិទ [a, b] និង k ជាចំនួននៅចន្លោះ f(a) និង f(b) នោះមាន c ∈ (a, b) យ៉ាងតិចមួយដែល f(c) = k ។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ករណីពិសេស (អត្ថិភាពនៃឫស)៖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  បើ f ជាប់លើ [a, b] ហើយ f(a) · f(b) &lt; 0 នោះសមីការ f(x) = 0 មានឫសយ៉ាងតិចមួយ c ∈ (a, b)!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អនុគមន៍បន្តតាមភាពជាប់ (Continuous Extension)៖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បើ f មិនកំណត់ត្រង់ x₀ តែមានលីមីត lim_{x→x₀} f(x) = L នោះអនុគមន៍ g ជាអនុគមន៍បន្តតាមភាពជាប់នៃ f ត្រង់ x₀ គឺ៖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g(x) = f(x) ចំពោះ x ≠ x₀ និង g(x₀) = 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f(a) · f(b) &lt; 0 ⇒ ∃c ∈ (a, b) : f(c) = 0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g(x) = { f(x)  បើ x ≠ x₀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         { L     បើ x = x₀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ដែល L = lim_{x→x₀} f(x)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២ ៖ អនុវត្តទ្រឹស្តីបទតម្លៃកណ្តាល (IVT)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ស្រាយបញ្ជាក់ថាសមីការ x³ - 3x + 1 = 0 មានឫសយ៉ាងហោចណាស់មួយលើចន្លោះ [0, 1] 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១ ៖ កំណត់អនុគមន៍ f(x)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តាង f(x) = x³ - 3x + 1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២ ៖ ពិនិត្យភាពជាប់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f(x) ជាអនុគមន៍ពហុធា ដូចនេះ f ជាប់លើ ℝ នាំឱ្យ f ជាប់លើចន្លោះបិទ [0, 1]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៣ ៖ គណនាតម្លៃនៅចុងចន្លោះ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f(0) = 0³ - 3(0) + 1 = 1 &gt; 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f(1) = 1³ - 3(1) + 1 = -1 &lt; 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៤ ៖ សន្និដ្ឋានតាម IVT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ដោយ f(0) · f(1) = 1 × (-1) = -1 &lt; 0 (ផ្ទុយសញ្ញាគ្នា)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តាមទ្រឹស្តីបទតម្លៃកណ្តាល នាំឱ្យមានចំនួនពិត c ∈ (0, 1) យ៉ាងតិចមួយដែល f(c) = 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មានន័យថាសមីការ x³ - 3x + 1 = 0 មានឫសយ៉ាងតិចមួយលើ [0, 1] ពិតប្រាកដមែន!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កុំភ្លេចបញ្ជាក់ថា f ជាប់លើ [a, b] ព្រោះបើ f ដាច់ ទ្រឹស្តីបទមិនអាចប្រើបានទេ!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រកឃើញ f(a) &gt; 0 និង f(b) &lt; 0 គឺគ្រប់គ្រាន់ដើម្បីសន្និដ្ឋាន។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1 (MCQ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1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អនុគមន៍ f(x) = 1/(x - 3) ដាច់ត្រង់ចំណុចណា?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x = 3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(ត្រង់ x = 3 ភាគបែងស្មើ 0 នាំឱ្យ f(3) គ្មានន័យ)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x =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x = -3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ជាប់គ្រប់ចំណុច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2 (MCQ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2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បើ f ជាប់លើ [1, 5] ហើយ f(1) = -4 និង f(5) = 6 នោះតាម IVT 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សមីការ f(x) = 0 មានឫសយ៉ាងតិចមួយលើ (1, 5)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(f(1) · f(5) = (-4)(6) = -24 &lt; 0 នាំឱ្យមានឫសយ៉ាងតិចមួយលើ (1, 5))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សមីការ f(x) = 0 គ្មានឫសលើ (1, 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f(x) កើនជានិច្ចលើ [1, 5]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f(3)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3 (MCQ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3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អនុគមន៍បន្តតាមភាពជាប់នៃ f(x) = (sin x)/x ត្រង់ x = 0 ត្រូវកំណត់ g(0) ស្មើនឹង៖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1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(g(0) ត្រូវស្មើនឹង lim_{x→0} (sin x)/x = 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គ្មានន័យ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[អនុវត្តជាក់ស្តែង]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សន្លឹកកិច្ចការសិស្ស &amp; ការពិភាក្សាជាក្រុម (Student Worksheet)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Khmer OS Siemreap"/>
              </a:defRPr>
            </a:pPr>
            <a:r>
              <a:t>⏱️ រយៈពេលពិភាក្សា៖ ១០ នាទី • ពិន្ទុអតិបរមា៖ ១០ ពិន្ទុ • សមាជិកក្នុងក្រុមសហការដោះស្រាយ និងឡើងធ្វើបទបង្ហាញ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338328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១ (ភាពជាប់ត្រង់មួយចំណុច)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សិក្សាភាពជាប់នៃ f(x) = { 2x + 1 (x ≥ 2) ; x² - 1 (x &lt; 2) } ត្រង់ x = 2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រក f(2), lim_{x→2⁺} f(x), lim_{x→2⁻} f(x)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ធ្វើការសន្និដ្ឋានថាតើ f ជាប់ ឬដាច់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788920"/>
            <a:ext cx="3383280" cy="59436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២ (កំណត់ប៉ារ៉ាម៉ែត្រ)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កំណត់ a ដើម្បីឱ្យ g(x) = { ax + 3 (x ≤ 1) ; x² + 2a (x &gt; 1) } ជាប់ត្រង់ x = 1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គូរក្រាបគំនូសព្រាងនៃ g(x) បន្ទាប់ពីបានរកឃើញ a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ពិនិត្យភាពជាប់នៃ g(x) លើ ℝ ទាំងមូល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788920"/>
            <a:ext cx="3383280" cy="59436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៣ (ទ្រឹស្តីបទតម្លៃកណ្តាល IVT)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ស្រាយថាសមីការ 2x³ - 5x² - 4 = 0 មានឫសយ៉ាងតិចមួយលើ [2, 3]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ស្រាយថាសមីការ cos x = x មានឫសយ៉ាងតិចមួយលើ [0, π/2]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ពន្យល់ពីសារៈសំខាន់នៃ IVT ក្នុងក្បួនដោះស្រាយតាមវិធីចែកជាពីរ (Bisection method)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[សង្ខេបមេរៀន]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សេចក្តីសង្ខេប &amp; តារាងរូបមន្តគន្លឹះ (Summary Cheat Sheet)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4114800"/>
                <a:gridCol w="24688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ល.រ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ទម្រង់ / ចំណងជើង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រូបមន្តគន្លឹះ / លក្ខណៈ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ចំណាំ / អត្ថន័យ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លក្ខខណ្ឌជាប់ត្រង់ x₀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lim_{x→x₀} f(x) = f(x₀)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ផ្ទៀងផ្ទាត់ទាំង ៣ លក្ខខណ្ឌ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លីមីតសងខាង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lim_{x→x₀⁻} f = lim_{x→x₀⁺} f = f(x₀)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ចំពោះអនុគមន៍បំបែកជាផ្នែក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ទ្រឹស្តីបទតម្លៃកណ្តាល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f(a)·f(b) &lt; 0 ⇒ ∃c ∈ (a, b) : f(c)=0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f ត្រូវតែជាប់លើ [a, b]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អនុគមន៍បន្ត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g(x₀) = lim_{x→x₀} f(x)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លុបបំបាត់ភាពដាច់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ភាពជាប់លើចន្លោះបិទ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ជាប់លើ (a,b) + លីមីតចុងសងខាង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lim_{x→a⁺} = f(a) , lim_{x→b⁻} = f(b)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២ ៖ ភាពជាប់នៃអនុគមន៍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[កិច្ចការបន្ត]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កិច្ចការផ្ទះ &amp; សូមអរគុណ! (Homework &amp; Closing)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486400" cy="4297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97706"/>
                </a:solidFill>
                <a:latin typeface="Khmer OS Muol Light"/>
              </a:defRPr>
            </a:pPr>
            <a:r>
              <a:t>📚 កិច្ចការផ្ទះត្រូវអនុវត្ត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ធ្វើលំហាត់ក្នុងសៀវភៅពុម្ពគណិតវិទ្យា ថ្នាក់ទី ១២ ទំព័រទី ២៤ លំហាត់លេខ ១, ២, ៣ និង ៤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អនុវត្តលំហាត់ស្រាវជ្រាវ៖ បង្ហាញថាសមីការ x⁵ - 3x - 1 = 0 មានឫសពិតយ៉ាងតិច ៣ លើ ℝ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ត្រៀមខ្លួនសម្រាប់ជំពូកទី ៣ ៖ ដេរីវេនៃអនុគមន៍</a:t>
            </a:r>
          </a:p>
          <a:p>
            <a:pPr>
              <a:spcBef>
                <a:spcPts val="800"/>
              </a:spcBef>
              <a:defRPr sz="1200" b="1">
                <a:solidFill>
                  <a:srgbClr val="C0272D"/>
                </a:solidFill>
                <a:latin typeface="Khmer OS Siemreap"/>
              </a:defRPr>
            </a:pPr>
            <a:r>
              <a:t>⏰ កាលបរិច្ឆេទប្រគល់៖ ម៉ោងសិក្សាបន្ទាប់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4846320" cy="4297680"/>
          </a:xfrm>
          <a:prstGeom prst="roundRect">
            <a:avLst/>
          </a:prstGeom>
          <a:solidFill>
            <a:srgbClr val="0F2A3D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cher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37744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42062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Khmer OS Muol Light"/>
              </a:defRPr>
            </a:pPr>
            <a:r>
              <a:t>សូមអរគុណសម្រាប់ការយកចិត្តទុកដាក់!</a:t>
            </a:r>
          </a:p>
          <a:p>
            <a:pPr algn="ctr"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លោកគ្រូ នួន បូណង • វិទ្យាល័យព្រះយុគន្ធរ NGS</a:t>
            </a:r>
            <a:br/>
            <a:r>
              <a:t>មុខវិជ្ជា៖ គណិតវិទ្យា ថ្នាក់ទី ១២</a:t>
            </a:r>
            <a:br/>
            <a:r>
              <a:t>Telegram Channel: @MathNGS_Yukunthor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