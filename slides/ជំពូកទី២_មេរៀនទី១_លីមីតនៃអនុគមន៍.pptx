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3474720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acher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1148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A3D"/>
                </a:solidFill>
                <a:latin typeface="Khmer OS Muol Light"/>
              </a:defRPr>
            </a:pPr>
            <a:r>
              <a:t>លោកគ្រូ នួន បូណង</a:t>
            </a:r>
          </a:p>
          <a:p>
            <a:pPr algn="ctr"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គ្រូបង្រៀនគណិតវិទ្យា ថ្នាក់ទី ១២</a:t>
            </a:r>
            <a:br/>
            <a:r>
              <a:t>វិទ្យាល័យព្រះយុគន្ធរ</a:t>
            </a:r>
            <a:br/>
            <a:r>
              <a:t>សាលារៀនជំនាន់ថ្មី (NGS)</a:t>
            </a:r>
          </a:p>
        </p:txBody>
      </p:sp>
      <p:pic>
        <p:nvPicPr>
          <p:cNvPr id="6" name="Picture 5" descr="yukuntho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1090379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82296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Khmer OS Muol Light"/>
              </a:defRPr>
            </a:pPr>
            <a:r>
              <a:t>ព្រះរាជាណាចក្រកម្ពុជា • ជាតិ សាសនា ព្រះមហាក្សត្រ</a:t>
            </a:r>
            <a:br/>
            <a:r>
              <a:t>ក្រសួងអប់រំ យុវជន និងកីឡា</a:t>
            </a:r>
          </a:p>
          <a:p>
            <a:pPr>
              <a:defRPr sz="1300">
                <a:solidFill>
                  <a:srgbClr val="D97706"/>
                </a:solidFill>
                <a:latin typeface="Khmer OS Muol Light"/>
              </a:defRPr>
            </a:pPr>
            <a:r>
              <a:t>វិទ្យាល័យព្រះយុគន្ធរ • សាលារៀនជំនាន់ថ្មី (NGS)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194560"/>
            <a:ext cx="6858000" cy="2926080"/>
          </a:xfrm>
          <a:prstGeom prst="roundRect">
            <a:avLst/>
          </a:prstGeom>
          <a:solidFill>
            <a:srgbClr val="14375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377440"/>
            <a:ext cx="6309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3C5FD"/>
                </a:solidFill>
                <a:latin typeface="Khmer OS Muol Light"/>
              </a:defRPr>
            </a:pPr>
            <a:r>
              <a:t>ជំពូកទី ២ ៖ លីមីតនៃអនុគមន៍</a:t>
            </a:r>
          </a:p>
          <a:p>
            <a:pPr>
              <a:defRPr sz="2400" b="1">
                <a:solidFill>
                  <a:srgbClr val="FFFFFF"/>
                </a:solidFill>
                <a:latin typeface="Khmer OS Muol Light"/>
              </a:defRPr>
            </a:pPr>
            <a:r>
              <a:t>មេរៀនទី ១ ៖ លីមីតនៃអនុគមន៍</a:t>
            </a:r>
          </a:p>
          <a:p>
            <a:pPr>
              <a:defRPr sz="1400">
                <a:solidFill>
                  <a:srgbClr val="CBD5E1"/>
                </a:solidFill>
                <a:latin typeface="Khmer OS Siemreap"/>
              </a:defRPr>
            </a:pPr>
            <a:r>
              <a:t>រាងមិនកំណត់ 0/0, ∞/∞, ∞-∞ • បំបែកកត្តា • គុណកន្សោមឆ្លាស់ • លីមីតត្រីកោណមាត្រ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3035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Khmer OS Siemreap"/>
              </a:defRPr>
            </a:pPr>
            <a:r>
              <a:t>✨ កិច្ចតែងការ &amp; ស្លាយបង្រៀនស្ដង់ដារ NGS • ឆ្នាំសិក្សា ២០២៦-២០២៧ • រៀបរៀងដោយលោកគ្រូ នួន បូណង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១ ៖ លីមីតនៃអនុគមន៍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[គោលបំណង]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វត្ថុបំណងនៃមេរៀន (Lesson Objectives)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Khmer OS Siemreap"/>
              </a:defRPr>
            </a:pPr>
            <a:r>
              <a:t>បន្ទាប់ពីសិក្សាមេរៀននេះចប់ សិស្សានុសិស្សនឹងទទួលបានសមត្ថភាពសំខាន់ៗ ៣ យ៉ាង៖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3383280" cy="40233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3383280" cy="640080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Khmer OS Muol Light"/>
              </a:defRPr>
            </a:pPr>
            <a:r>
              <a:t>១. ចំណេះដឹង (Knowledge)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ស្គាល់រាងមិនកំណត់ទាំង ៤ ៖ [0/0], [∞/∞], [∞ - ∞], [0 · ∞]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ចងចាំរូបមន្តលីមីតត្រីកោណមាត្រគ្រឹះ lim_{x→0} (sin x)/x = 1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យល់ដឹងពីលក្ខណៈលីមីតអនន្ត និងលីមីតត្រង់ចំណុច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240280"/>
            <a:ext cx="3383280" cy="40233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2240280"/>
            <a:ext cx="3383280" cy="64008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2860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Khmer OS Muol Light"/>
              </a:defRPr>
            </a:pPr>
            <a:r>
              <a:t>២. បំណិន (Skills)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បំបាត់រាងមិនកំណត់ [0/0] តាមវិធីបំបែកជាផលគុណកត្តា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បំបាត់រាងមិនកំណត់ [0/0] និង [∞ - ∞] តាមវិធីគុណកន្សោមឆ្លាស់ (Conjugate)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អនុវត្តបំប្លែងលីមីតត្រីកោណមាត្រទៅរករូបមន្តគ្រឹះ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គណនាលីមីតអនុគមន៍សនិទាននៅអនន្តតាមតួមានដឺក្រេធំបំផុត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240280"/>
            <a:ext cx="3383280" cy="40233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2240280"/>
            <a:ext cx="3383280" cy="640080"/>
          </a:xfrm>
          <a:prstGeom prst="round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2860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Khmer OS Muol Light"/>
              </a:defRPr>
            </a:pPr>
            <a:r>
              <a:t>៣. ឥរិយាបថ (Attitude)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មានទម្លាប់ត្រួតពិនិត្យរាងមិនកំណត់ជាមុនសិនជានិច្ច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មានភាពច្នៃប្រឌិតក្នុងការជ្រើសរើសវិធីសាស្ត្រគណនាដែលលឿន និងត្រឹមត្រូវ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១ ៖ លីមីតនៃអនុគមន៍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[មូលដ្ឋានគ្រឹះ]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រំឭកមេរៀនចាស់ &amp; គំនិតគ្រឹះ (Prerequisite Knowledge)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3383279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3383279" cy="59436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3383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រូបមន្តកត្តាពីជគណិត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3017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a² - b² = (a - b)(a + b)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a³ - b³ = (a - b)(a² + ab + b²)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a³ + b³ = (a + b)(a² - ab + b²)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ax² + bx + c = a(x - x₁)(x - x₂)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94560"/>
            <a:ext cx="3383279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2194560"/>
            <a:ext cx="3383279" cy="59436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240280"/>
            <a:ext cx="3383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កន្សោមឆ្លាស់ (Conjugates)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880360"/>
            <a:ext cx="3017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ឆ្លាស់នៃ (√A - √B) គឺ (√A + √B)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  (√A - √B)(√A + √B) = A - B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ឆ្លាស់នៃ (³√A - ³√B) គឺ (³√A² + ³√AB + ³√B²)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  (³√A - ³√B)(³√A² + ³√AB + ³√B²) = A -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2194560"/>
            <a:ext cx="3383279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0" y="2194560"/>
            <a:ext cx="3383279" cy="59436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240280"/>
            <a:ext cx="3383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រូបមន្តត្រីកោណមាត្រជំនួយ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880360"/>
            <a:ext cx="3017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1 - cos x = 2 sin²(x/2)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1 - cos(2x) = 2 sin² x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sin(2x) = 2 sin x cos x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tan x = sin x / cos 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១ ៖ លីមីតនៃអនុគមន៍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[វិធីសាស្ត្រគន្លឹះ]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រាងមិនកំណត់ [0/0] នៃអនុគមន៍ពីជគណិត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62179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852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នៅពេលជំនួស x = a ឃើញរាង [0/0] 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១. អនុគមន៍ពហុធា / សនិទាន៖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បំបែកភាគយក និងភាគបែងជាផលគុណកត្តាដោយទាញ (x - a) ជាកត្តារួម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សម្រួលកត្តា (x - a) ចោល រួចជំនួសតម្លៃ x = a សាជាថ្មី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២. អនុគមន៍មានរ៉ាឌីកាល់ (ឫសការេ / ឫសគូប)៖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គុណ និងចែកនឹងកន្សោមឆ្លាស់ (Conjugate) ដើម្បីបំបាត់រ៉ាឌីកាល់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បង្កើតកត្តា (x - a) នៅភាគយក រួចសម្រួលនឹងភាគបែង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103120"/>
            <a:ext cx="4206240" cy="429768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2103120"/>
            <a:ext cx="420624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📌 រូបមន្តគន្លឹះ និងចំណាំសំខាន់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83464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lim_{x→a} P(x)/Q(x) = [0/0] ⇒ សម្រួល (x - a)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(√A - B)(√A + B) = A - B²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(√A - √B)(√A + √B) = A - B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(³√A - B)(³√A² + B³√A + B²) = A - B³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១ ៖ លីមីតនៃអនុគមន៍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[លំហាត់គំរូ]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ឧទាហរណ៍ទី ១ ៖ លីមីតរាង [0/0] ពហុធា និងរ៉ាឌីកាល់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005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F5174"/>
                </a:solidFill>
                <a:latin typeface="Khmer OS Muol Light"/>
              </a:rPr>
              <a:t>លំហាត់៖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គណនាលីមីតខាងក្រោម៖
ក. L₁ = lim_{x→2} (x² - 5x + 6)/(x² - 4)       ខ. L₂ = lim_{x→0} (√(x + 4) - 2)/x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73152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6949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E7D4F"/>
                </a:solidFill>
                <a:latin typeface="Khmer OS Muol Light"/>
              </a:defRPr>
            </a:pPr>
            <a:r>
              <a:t>ដំណោះស្រាយលម្អិត៖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ក. គណនា L₁ = lim_{x→2} (x² - 5x + 6)/(x² - 4)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ជំនួស x = 2 ឃើញរាង [0/0]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បំបែកជាកត្តា៖ x² - 5x + 6 = (x - 2)(x - 3)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x² - 4 = (x - 2)(x + 2)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L₁ = lim_{x→2} [(x - 2)(x - 3)] / [(x - 2)(x + 2)]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សម្រួល (x - 2) ៖ L₁ = lim_{x→2} (x - 3)/(x + 2) = (2 - 3)/(2 + 2) = -1/4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ខ. គណនា L₂ = lim_{x→0} (√(x + 4) - 2)/x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ជំនួស x = 0 ឃើញរាង [0/0]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គុណនិងចែកនឹងកន្សោមឆ្លាស់ (√(x + 4) + 2)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L₂ = lim_{x→0} [(√(x + 4) - 2)(√(x + 4) + 2)] / [x (√(x + 4) + 2)]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= lim_{x→0} [(x + 4) - 4] / [x (√(x + 4) + 2)] = lim_{x→0} x / [x (√(x + 4) + 2)]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សម្រួល x ៖ L₂ = lim_{x→0} 1 / (√(x + 4) + 2) = 1 / (√4 + 2) = 1 / (2 + 2) = 1/4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154680"/>
            <a:ext cx="3200400" cy="329184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2461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D97706"/>
                </a:solidFill>
                <a:latin typeface="Khmer OS Muol Light"/>
              </a:defRPr>
            </a:pPr>
            <a:r>
              <a:t>💡 គន្លឹះដោះស្រាយ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ពេលជួប √A - B គុណឆ្លាស់ √A + B ភ្លាមដើម្បីបំបាត់រ៉ាឌីកាល់!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កត្តាដែលធ្វើឱ្យចេញ 0 គឺ x (ពេល x→0) ឬ (x - a) (ពេល x→a)។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១ ៖ លីមីតនៃអនុគមន៍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[លីមីតត្រីកោណមាត្រ]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លីមីតនៃអនុគមន៍ត្រីកោណមាត្រ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62179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852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១. រូបមន្តគ្រឹះសំខាន់បំផុត៖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lim_{x→0} (sin x)/x = 1   និង   lim_{u(x)→0} [sin u(x)] / u(x) = 1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២. រូបមន្តបន្ទាប់បន្សំទាញចេញពីគ្រឹះ៖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lim_{x→0} (tan x)/x = 1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lim_{x→0} (1 - cos x)/x² = 1/2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lim_{x→0} (1 - cos x)/x = 0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៣. យុទ្ធសាស្ត្រដោះស្រាយ៖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បំប្លែងកន្សោមត្រីកោណមាត្រឱ្យចេញរាង sin u/u ដោយប្រើរូបមន្ត 1 - cos ax = 2 sin²(ax/2)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103120"/>
            <a:ext cx="4206240" cy="429768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2103120"/>
            <a:ext cx="420624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📌 រូបមន្តគន្លឹះ និងចំណាំសំខាន់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83464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lim_{x→0} (sin x)/x = 1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lim_{x→0} (tan x)/x = 1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lim_{x→0} (1 - cos x)/x² = 1/2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1 - cos u = 2 sin²(u/2)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១ ៖ លីមីតនៃអនុគមន៍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[លំហាត់គំរូ]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ឧទាហរណ៍ទី ២ ៖ លីមីតត្រីកោណមាត្រ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005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F5174"/>
                </a:solidFill>
                <a:latin typeface="Khmer OS Muol Light"/>
              </a:rPr>
              <a:t>លំហាត់៖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គណនាលីមីតខាងក្រោម៖
ក. L₃ = lim_{x→0} (sin 5x)/(sin 3x)       ខ. L₄ = lim_{x→0} (1 - cos 4x)/x²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73152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6949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E7D4F"/>
                </a:solidFill>
                <a:latin typeface="Khmer OS Muol Light"/>
              </a:defRPr>
            </a:pPr>
            <a:r>
              <a:t>ដំណោះស្រាយលម្អិត៖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ក. គណនា L₃ = lim_{x→0} (sin 5x)/(sin 3x)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គុណនិងចែកឱ្យត្រូវនឹងមុំ 5x និង 3x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L₃ = lim_{x→0} [(sin 5x)/(5x) × 5x] / [(sin 3x)/(3x) × 3x]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= lim_{x→0} [(sin 5x)/(5x)] / [(sin 3x)/(3x)] × (5x/3x)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ដោយ lim_{x→0} (sin 5x)/5x = 1 និង lim_{x→0} (sin 3x)/3x = 1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L₃ = (1 / 1) × (5/3) = 5/3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ខ. គណនា L₄ = lim_{x→0} (1 - cos 4x)/x²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ប្រើរូបមន្ត 1 - cos 4x = 2 sin²(2x)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L₄ = lim_{x→0} [2 sin²(2x)] / x² = 2 × lim_{x→0} [(sin 2x)/x]²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= 2 × lim_{x→0} [2 × (sin 2x)/(2x)]² = 2 × [2 × 1]² = 2 × 4 = 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154680"/>
            <a:ext cx="3200400" cy="329184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2461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D97706"/>
                </a:solidFill>
                <a:latin typeface="Khmer OS Muol Light"/>
              </a:defRPr>
            </a:pPr>
            <a:r>
              <a:t>💡 គន្លឹះដោះស្រាយ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រូបមន្តកាត់រហ័ស៖ lim_{x→0} (1 - cos ax)/x² = a²/2 (ឧ. 4²/2 = 16/2 = 8)!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lim_{x→0} (sin ax)/(sin bx) = a/b ជានិច្ច!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១ ៖ លីមីតនៃអនុគមន៍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[ពង្រឹងការយល់ដឹង]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សំណួរពហុជ្រើសរើសទី 1 (MCQ 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Khmer OS Muol Light"/>
              </a:rPr>
              <a:t>❓ សំណួរទី 1 ៖ </a:t>
            </a:r>
            <a:r>
              <a:rPr sz="1300" b="1">
                <a:solidFill>
                  <a:srgbClr val="0F2A3D"/>
                </a:solidFill>
                <a:latin typeface="Khmer OS Siemreap"/>
              </a:rPr>
              <a:t>តម្លៃនៃ lim_{x→1} (x³ - 1)/(x - 1) ស្មើនឹង៖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212080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4F"/>
                </a:solidFill>
                <a:latin typeface="Khmer OS Muol Light"/>
              </a:rPr>
              <a:t>(ក)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3</a:t>
            </a:r>
          </a:p>
          <a:p>
            <a:pPr>
              <a:defRPr sz="1000" b="1">
                <a:solidFill>
                  <a:srgbClr val="2E7D4F"/>
                </a:solidFill>
                <a:latin typeface="Khmer OS Siemreap"/>
              </a:defRPr>
            </a:pPr>
            <a:r>
              <a:t>✓ ចម្លើយត្រឹមត្រូវ! (x³ - 1 = (x - 1)(x² + x + 1) ⇒ lim (x² + x + 1) = 1 + 1 + 1 = 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3756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(ខ)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(គ)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(ឃ)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💡 សិស្សលើកដៃឆ្លើយ ឬបោះឆ្នោតតាមទូរស័ព្ទ / ក្តារឆ្នួន រួចគ្រូបកស្រាយមូលហេតុលម្អិត។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១ ៖ លីមីតនៃអនុគមន៍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[ពង្រឹងការយល់ដឹង]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សំណួរពហុជ្រើសរើសទី 2 (MCQ 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Khmer OS Muol Light"/>
              </a:rPr>
              <a:t>❓ សំណួរទី 2 ៖ </a:t>
            </a:r>
            <a:r>
              <a:rPr sz="1300" b="1">
                <a:solidFill>
                  <a:srgbClr val="0F2A3D"/>
                </a:solidFill>
                <a:latin typeface="Khmer OS Siemreap"/>
              </a:rPr>
              <a:t>តម្លៃនៃ lim_{x→0} (sin 7x)/(2x) ស្មើនឹង៖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212080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4F"/>
                </a:solidFill>
                <a:latin typeface="Khmer OS Muol Light"/>
              </a:rPr>
              <a:t>(ក)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7/2</a:t>
            </a:r>
          </a:p>
          <a:p>
            <a:pPr>
              <a:defRPr sz="1000" b="1">
                <a:solidFill>
                  <a:srgbClr val="2E7D4F"/>
                </a:solidFill>
                <a:latin typeface="Khmer OS Siemreap"/>
              </a:defRPr>
            </a:pPr>
            <a:r>
              <a:t>✓ ចម្លើយត្រឹមត្រូវ! (lim_{x→0} (7/2) × (sin 7x)/(7x) = 7/2 × 1 = 7/2)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3756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(ខ)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2/7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(គ)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(ឃ)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💡 សិស្សលើកដៃឆ្លើយ ឬបោះឆ្នោតតាមទូរស័ព្ទ / ក្តារឆ្នួន រួចគ្រូបកស្រាយមូលហេតុលម្អិត។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១ ៖ លីមីតនៃអនុគមន៍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[ពង្រឹងការយល់ដឹង]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សំណួរពហុជ្រើសរើសទី 3 (MCQ 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Khmer OS Muol Light"/>
              </a:rPr>
              <a:t>❓ សំណួរទី 3 ៖ </a:t>
            </a:r>
            <a:r>
              <a:rPr sz="1300" b="1">
                <a:solidFill>
                  <a:srgbClr val="0F2A3D"/>
                </a:solidFill>
                <a:latin typeface="Khmer OS Siemreap"/>
              </a:rPr>
              <a:t>តម្លៃនៃ lim_{x→+∞} (3x² - 5x + 1)/(2x² + 7) ស្មើនឹង៖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212080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4F"/>
                </a:solidFill>
                <a:latin typeface="Khmer OS Muol Light"/>
              </a:rPr>
              <a:t>(ក)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3/2</a:t>
            </a:r>
          </a:p>
          <a:p>
            <a:pPr>
              <a:defRPr sz="1000" b="1">
                <a:solidFill>
                  <a:srgbClr val="2E7D4F"/>
                </a:solidFill>
                <a:latin typeface="Khmer OS Siemreap"/>
              </a:defRPr>
            </a:pPr>
            <a:r>
              <a:t>✓ ចម្លើយត្រឹមត្រូវ! (ដឺក្រេភាគយកស្មើភាគបែង នាំឱ្យលីមីតស្មើផលធៀបមេគុណដឺក្រេធំបំផុត 3/2)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3756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(ខ)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+∞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(គ)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(ឃ)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-5/7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💡 សិស្សលើកដៃឆ្លើយ ឬបោះឆ្នោតតាមទូរស័ព្ទ / ក្តារឆ្នួន រួចគ្រូបកស្រាយមូលហេតុលម្អិត។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១ ៖ លីមីតនៃអនុគមន៍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[អនុវត្តជាក់ស្តែង]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សន្លឹកកិច្ចការសិស្ស &amp; ការពិភាក្សាជាក្រុម (Student Worksheet)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64008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Khmer OS Siemreap"/>
              </a:defRPr>
            </a:pPr>
            <a:r>
              <a:t>⏱️ រយៈពេលពិភាក្សា៖ ១០ នាទី • ពិន្ទុអតិបរមា៖ ១០ ពិន្ទុ • សមាជិកក្នុងក្រុមសហការដោះស្រាយ និងឡើងធ្វើបទបង្ហាញ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338328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👥 ក្រុមទី ១ (រាង [0/0] ពហុធា)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1. គណនា lim_{x→3} (x² - 9)/(x² - 2x - 3)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2. គណនា lim_{x→-2} (x³ + 8)/(x + 2)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3. គណនា lim_{x→1} (2x² - x - 1)/(x² - 1)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788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2788920"/>
            <a:ext cx="3383280" cy="594360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8346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👥 ក្រុមទី ២ (រាង [0/0] រ៉ាឌីកាល់)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1. គណនា lim_{x→0} (√(1 + x) - 1)/x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2. គណនា lim_{x→7} (√(x + 2) - 3)/(x - 7)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3. គណនា lim_{x→1} (³√(x + 7) - 2)/(x - 1)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788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2788920"/>
            <a:ext cx="3383280" cy="594360"/>
          </a:xfrm>
          <a:prstGeom prst="round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8346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👥 ក្រុមទី ៣ (លីមីតត្រីកោណមាត្រ)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1. គណនា lim_{x→0} (1 - cos 6x)/(x sin 3x)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2. គណនា lim_{x→0} (tan 4x)/(sin 2x)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3. គណនា lim_{x→π/4} (cos x - sin x)/(cos 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១ ៖ លីមីតនៃអនុគមន៍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[សង្ខេបមេរៀន]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សេចក្តីសង្ខេប &amp; តារាងរូបមន្តគន្លឹះ (Summary Cheat Sheet)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01168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4114800"/>
                <a:gridCol w="2468880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ល.រ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ទម្រង់ / ចំណងជើង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រូបមន្តគន្លឹះ / លក្ខណៈ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ចំណាំ / អត្ថន័យ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រាង [0/0] ពហុធា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សម្រួលកត្តា (x - 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បំបែកតាម Horner ឬ 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រាង [0/0] រ៉ាឌីកាល់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គុណកន្សោមឆ្លាស់ (Conjugate)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(√A - B)(√A + B) = A - B²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លីមីតត្រីកោណមាត្រ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lim_{x→0} (sin x)/x = 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មុំ u(x) ត្រូវខិតជិត 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រូបមន្តកាត់ 1 - 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lim_{x→0} (1 - cos ax)/x² = a²/2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អនុវត្តលើលំហាត់ MCQ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រាង [∞/∞]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យកតួមានដឺក្រេធំបំផុត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lim P(x)/Q(x) នៅ ±∞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២ ៖ លីមីតនៃអនុគមន៍ — មេរៀនទី ១ ៖ លីមីតនៃអនុគមន៍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[កិច្ចការបន្ត]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កិច្ចការផ្ទះ &amp; សូមអរគុណ! (Homework &amp; Closing)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5486400" cy="42976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97706"/>
                </a:solidFill>
                <a:latin typeface="Khmer OS Muol Light"/>
              </a:defRPr>
            </a:pPr>
            <a:r>
              <a:t>📚 កិច្ចការផ្ទះត្រូវអនុវត្ត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ធ្វើលំហាត់ក្នុងសៀវភៅពុម្ពគណិតវិទ្យា ថ្នាក់ទី ១២ ទំព័រទី ១៦ លំហាត់លេខ ១ ដល់ ៦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អនុវត្តគណនាលីមីតចំនួន ៥ លំហាត់បន្ថែមក្នុងសន្លឹកកិច្ចការឌីជីថល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អានមុនមេរៀនទី ២ ៖ ភាពជាប់នៃអនុគមន៍ត្រង់មួយចំណុច និងលើចន្លោះ</a:t>
            </a:r>
          </a:p>
          <a:p>
            <a:pPr>
              <a:spcBef>
                <a:spcPts val="800"/>
              </a:spcBef>
              <a:defRPr sz="1200" b="1">
                <a:solidFill>
                  <a:srgbClr val="C0272D"/>
                </a:solidFill>
                <a:latin typeface="Khmer OS Siemreap"/>
              </a:defRPr>
            </a:pPr>
            <a:r>
              <a:t>⏰ កាលបរិច្ឆេទប្រគល់៖ ម៉ោងសិក្សាបន្ទាប់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103120"/>
            <a:ext cx="4846320" cy="4297680"/>
          </a:xfrm>
          <a:prstGeom prst="roundRect">
            <a:avLst/>
          </a:prstGeom>
          <a:solidFill>
            <a:srgbClr val="0F2A3D"/>
          </a:solidFill>
          <a:ln w="2540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eacher-prof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377440"/>
            <a:ext cx="1645920" cy="1645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6560" y="420624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Khmer OS Muol Light"/>
              </a:defRPr>
            </a:pPr>
            <a:r>
              <a:t>សូមអរគុណសម្រាប់ការយកចិត្តទុកដាក់!</a:t>
            </a:r>
          </a:p>
          <a:p>
            <a:pPr algn="ctr"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លោកគ្រូ នួន បូណង • វិទ្យាល័យព្រះយុគន្ធរ NGS</a:t>
            </a:r>
            <a:br/>
            <a:r>
              <a:t>មុខវិជ្ជា៖ គណិតវិទ្យា ថ្នាក់ទី ១២</a:t>
            </a:r>
            <a:br/>
            <a:r>
              <a:t>Telegram Channel: @MathNGS_Yukunthor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